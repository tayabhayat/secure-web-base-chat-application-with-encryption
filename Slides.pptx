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rect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589520" y="36576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54864" cy="2651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05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PROJECT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Web-Based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Application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Encrypted Communication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Muhammad Tayyab Hayat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BITF24A013   |   BS IT — 4th Semester   |   Information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0312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basic web chat apps send messages in </a:t>
            </a:r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means anyone who intercepts network traffic can read every message — including the server itself.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solves that by encrypting messages 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leave the browser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even the server never sees the original content.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234440"/>
            <a:ext cx="3383280" cy="105156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0" y="1234440"/>
            <a:ext cx="54864" cy="10515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173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80760" y="13441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7840" y="180136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intercepts unencrypted traffic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94960" y="2468880"/>
            <a:ext cx="3383280" cy="105156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94960" y="2468880"/>
            <a:ext cx="54864" cy="10515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6517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Exposure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77840" y="303580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can log and read all messages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394960" y="3703320"/>
            <a:ext cx="3383280" cy="105156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94960" y="3703320"/>
            <a:ext cx="54864" cy="10515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8862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3813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577840" y="42702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conversations are private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TECHNOLOGIES USED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06040" cy="132588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060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459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21671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606040" cy="132588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417320"/>
            <a:ext cx="2606040" cy="9144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1671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&amp; static files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417320"/>
            <a:ext cx="2606040" cy="132588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417320"/>
            <a:ext cx="260604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459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99632" y="21671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017520"/>
            <a:ext cx="2606040" cy="132588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017520"/>
            <a:ext cx="260604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2461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CryptoJS (AES)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" y="3767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/ Decryption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0" y="3017520"/>
            <a:ext cx="2606040" cy="132588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3017520"/>
            <a:ext cx="260604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24612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58768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64992" y="3767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structure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3017520"/>
            <a:ext cx="2606040" cy="132588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3017520"/>
            <a:ext cx="2606040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24612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93408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199632" y="3767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logic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031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560320" cy="310896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2560320" cy="32918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Type message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AES encrypt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emit('sendMessage')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461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here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651760" cy="2377440"/>
          </a:xfrm>
          <a:prstGeom prst="rect">
            <a:avLst/>
          </a:prstGeom>
          <a:solidFill>
            <a:srgbClr val="F3F3F3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46120" y="1600200"/>
            <a:ext cx="2651760" cy="329184"/>
          </a:xfrm>
          <a:prstGeom prst="rect">
            <a:avLst/>
          </a:prstGeom>
          <a:solidFill>
            <a:srgbClr val="4242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031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sees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325880"/>
            <a:ext cx="2560320" cy="310896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09360" y="1325880"/>
            <a:ext cx="2560320" cy="32918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1783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Receive cipher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AES decrypt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Show message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2461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Decrypts here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834640" y="2788920"/>
            <a:ext cx="411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97880" y="2788920"/>
            <a:ext cx="4114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834640" y="2514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715000" y="2514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— Actual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383280"/>
          </a:xfrm>
          <a:prstGeom prst="rect">
            <a:avLst/>
          </a:prstGeom>
          <a:solidFill>
            <a:srgbClr val="071520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 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SECRET_KEY =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"mysecretkey123";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encryptMessage(msg) {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CryptoJS.AES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.encrypt(msg, SECRET_KEY)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478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.toString();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023360" cy="3383280"/>
          </a:xfrm>
          <a:prstGeom prst="rect">
            <a:avLst/>
          </a:prstGeom>
          <a:solidFill>
            <a:srgbClr val="071520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325880"/>
            <a:ext cx="4023360" cy="3200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 function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37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decryptMessage(cipher) {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039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3408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bytes =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6426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CryptoJS.AES.decrypt(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9443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cipher, SECRET_KEY);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2461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bytes.toString(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5478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CryptoJS.enc.Utf8);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 return '[Error]'; 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SERVER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Stays Blind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has zero decryption logic.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receives an encrypted message and immediately broadcasts it to other users. It never imports CryptoJS. It never reads message content. Even the console log only shows ciphertext.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CryptoJS. No decrypt().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3520440"/>
          </a:xfrm>
          <a:prstGeom prst="rect">
            <a:avLst/>
          </a:prstGeom>
          <a:solidFill>
            <a:srgbClr val="050C14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io.on('connection', (socket) =&gt;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socket.on('sendMessage',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(encryptedMsg) =&gt;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2624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Server ONLY sees cipher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880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console.log(encryptedMsg);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3392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socket.broadcast.emit(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'receiveMessage',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904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encryptedMsg);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4160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— Glassmorphism Style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029200" cy="3520440"/>
          </a:xfrm>
          <a:prstGeom prst="rect">
            <a:avLst/>
          </a:prstGeom>
          <a:solidFill>
            <a:srgbClr val="0A1929"/>
          </a:solidFill>
          <a:ln w="6350">
            <a:solidFill>
              <a:srgbClr val="00BFA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371600" cy="352044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887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solidFill>
            <a:srgbClr val="101C2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3533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Chat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783080"/>
            <a:ext cx="22402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81051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029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U2FsdGVkX1...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83080" y="2606040"/>
            <a:ext cx="2286000" cy="640080"/>
          </a:xfrm>
          <a:prstGeom prst="rect">
            <a:avLst/>
          </a:prstGeom>
          <a:solidFill>
            <a:srgbClr val="1224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633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there!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8529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U2FsdGVkX1+...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37360" y="4343400"/>
            <a:ext cx="3474720" cy="347472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4389120"/>
            <a:ext cx="2651760" cy="2560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4074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message...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4389120"/>
            <a:ext cx="6400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389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1371600"/>
            <a:ext cx="3108960" cy="100584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1572768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327648" y="1481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33872" y="1938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blur + semi-transparent dark panels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0" y="2606040"/>
            <a:ext cx="3108960" cy="100584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807208"/>
            <a:ext cx="384048" cy="3840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327648" y="27157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Message Display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833872" y="31729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plain text + encrypted ciphertext together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69280" y="3840480"/>
            <a:ext cx="3108960" cy="1005840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4041648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27648" y="39502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Security Theme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833872" y="4407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palette with teal accent and blue gradients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PROJECT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023360" cy="3108960"/>
          </a:xfrm>
          <a:prstGeom prst="rect">
            <a:avLst/>
          </a:prstGeom>
          <a:solidFill>
            <a:srgbClr val="F1FAFA"/>
          </a:solidFill>
          <a:ln w="1016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via Socket.io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on every message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never decrypts content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cipher + plain text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dark UI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for failed decrypt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023360" cy="3108960"/>
          </a:xfrm>
          <a:prstGeom prst="rect">
            <a:avLst/>
          </a:prstGeom>
          <a:solidFill>
            <a:srgbClr val="FFF8F8"/>
          </a:solidFill>
          <a:ln w="10160">
            <a:solidFill>
              <a:srgbClr val="FFCDD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pre-shared key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Diffie-Hellman key exchange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only (no private chat)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login / authentication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2FA or identity verification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message history / persistence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0BFA5">
              <a:alpha val="1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71323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727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2704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successfully implemented at the application level — not just HTTPS.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258568"/>
            <a:ext cx="8412480" cy="71323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140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36829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intentionally blind — it only forwards ciphertext, never plain text.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5760" y="3099816"/>
            <a:ext cx="8412480" cy="71323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5526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20954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 mechanism demonstrates symmetric encryption in practice.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65760" y="3941064"/>
            <a:ext cx="8412480" cy="71323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09651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05079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core InfoSec concepts: confidentiality, encryption, and trust minimization.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Muhammad Tayyab Hayat  |  BITF24A013  |  BS IT 4th Semester  |  Information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Web-Based Chat Application</dc:title>
  <dc:subject>PptxGenJS Presentation</dc:subject>
  <dc:creator>PptxGenJS</dc:creator>
  <cp:lastModifiedBy>PptxGenJS</cp:lastModifiedBy>
  <cp:revision>1</cp:revision>
  <dcterms:created xsi:type="dcterms:W3CDTF">2026-04-19T17:55:21Z</dcterms:created>
  <dcterms:modified xsi:type="dcterms:W3CDTF">2026-04-19T17:55:21Z</dcterms:modified>
</cp:coreProperties>
</file>